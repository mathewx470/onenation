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OneNation</a:t>
            </a:r>
          </a:p>
          <a:p>
            <a:pPr algn="ctr">
              <a:defRPr sz="2400">
                <a:solidFill>
                  <a:srgbClr val="C8DCFF"/>
                </a:solidFill>
              </a:defRPr>
            </a:pPr>
            <a:r>
              <a:t>Unified Public Welfare &amp; Governance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3456"/>
                </a:solidFill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286000" cy="91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Public services operate in isolated systems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Civic complaints, emergencies, and grievances are disconnected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No unified tracking or inter-department coordination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Leads to delays, inefficiency, and lack of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3456"/>
                </a:solidFill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286000" cy="91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 Unified Governance Operating Platform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Single citizen interface for all public services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Centralized authority dashboard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Real-time tracking and workflow automation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Scalable city → state → national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3456"/>
                </a:solidFill>
              </a:defRPr>
            </a:pPr>
            <a:r>
              <a:t>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286000" cy="91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1. Citizen submits issue (location + image evidence)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2. Flask backend classifies &amp; routes to department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3. Authority dashboard receives assigned task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4. Status updates (Pending → In Progress → Resolved)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5. Citizen notified instantly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6. Data stored for analytics &amp; heatmaps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3456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286000" cy="91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Frontend: HTML, CSS, JavaScript / Flutter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Backend: Python + Flask (REST API architecture)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Database: MySQL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Geo-location APIs for routing &amp; mapping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Cloud-ready deployment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3456"/>
                </a:solidFill>
              </a:defRPr>
            </a:pPr>
            <a:r>
              <a:t>Why Python + Flask?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286000" cy="91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Lightweight &amp; rapid development for hackathon build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REST API-driven modular architecture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Easy integration with AI/ML for future prioritization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Scalable and microservice-ready 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3456"/>
                </a:solidFill>
              </a:defRPr>
            </a:pPr>
            <a:r>
              <a:t>What Makes It Different?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286000" cy="91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Not just a complaint app — a governance workflow engine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Modular adoption by departments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Data-driven decision support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Future-ready for smart city &amp; AI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3456"/>
                </a:solidFill>
              </a:defRPr>
            </a:pPr>
            <a:r>
              <a:t>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286000" cy="914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7724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Faster emergency response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Higher administrative accountability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Improved transparency</a:t>
            </a:r>
          </a:p>
          <a:p>
            <a:pPr lvl="1">
              <a:defRPr sz="2000">
                <a:solidFill>
                  <a:srgbClr val="282828"/>
                </a:solidFill>
              </a:defRPr>
            </a:pPr>
            <a:r>
              <a:t>Stronger citizen-government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